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atin typeface="Noto Sans SC"/>
              </a:rPr>
              <a:t>中文幻灯片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atin typeface="Noto Sans SC"/>
              </a:rPr>
              <a:t>Second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